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125" d="100"/>
          <a:sy n="125" d="100"/>
        </p:scale>
        <p:origin x="878" y="-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0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44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05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13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85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92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5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89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44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11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70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77239-3AD1-4818-ADF0-0E18FF0CF020}" type="datetimeFigureOut">
              <a:rPr lang="en-GB" smtClean="0"/>
              <a:t>14/01/2024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58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8A4CEC-333A-F15A-BB77-265873F9565E}"/>
              </a:ext>
            </a:extLst>
          </p:cNvPr>
          <p:cNvSpPr/>
          <p:nvPr/>
        </p:nvSpPr>
        <p:spPr>
          <a:xfrm>
            <a:off x="580082" y="562275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Establishment from aboveground seeds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87D02-0409-A8DE-1E0D-79F6E69544B4}"/>
              </a:ext>
            </a:extLst>
          </p:cNvPr>
          <p:cNvSpPr/>
          <p:nvPr/>
        </p:nvSpPr>
        <p:spPr>
          <a:xfrm>
            <a:off x="580082" y="715445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Rosette survival over winter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422A5-6CAB-8B82-10FB-24EAA724F80B}"/>
              </a:ext>
            </a:extLst>
          </p:cNvPr>
          <p:cNvSpPr/>
          <p:nvPr/>
        </p:nvSpPr>
        <p:spPr>
          <a:xfrm>
            <a:off x="580082" y="587462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Growth before bolting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D6830B-6658-104A-CE4D-29F8EDC55346}"/>
              </a:ext>
            </a:extLst>
          </p:cNvPr>
          <p:cNvSpPr/>
          <p:nvPr/>
        </p:nvSpPr>
        <p:spPr>
          <a:xfrm>
            <a:off x="580082" y="1306790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Bolting/flowering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64074-9473-4A66-BE53-5A5F3CB2285B}"/>
              </a:ext>
            </a:extLst>
          </p:cNvPr>
          <p:cNvSpPr/>
          <p:nvPr/>
        </p:nvSpPr>
        <p:spPr>
          <a:xfrm>
            <a:off x="2500322" y="715445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Seed bank survival over winter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779C5-3C21-1C33-3B96-091C54CE843B}"/>
              </a:ext>
            </a:extLst>
          </p:cNvPr>
          <p:cNvSpPr/>
          <p:nvPr/>
        </p:nvSpPr>
        <p:spPr>
          <a:xfrm>
            <a:off x="2500322" y="638860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Establishment from seed bank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3F3FF7-718A-2FD1-6B6E-D85EF1480E0F}"/>
              </a:ext>
            </a:extLst>
          </p:cNvPr>
          <p:cNvSpPr/>
          <p:nvPr/>
        </p:nvSpPr>
        <p:spPr>
          <a:xfrm>
            <a:off x="580082" y="202611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Number of flower heads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AF43C2-C452-BD2A-4E1E-6EE02D0629C7}"/>
              </a:ext>
            </a:extLst>
          </p:cNvPr>
          <p:cNvSpPr/>
          <p:nvPr/>
        </p:nvSpPr>
        <p:spPr>
          <a:xfrm>
            <a:off x="580082" y="3464774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Number of seeds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14998C-5C6A-A849-5A36-11FB7926E8A4}"/>
              </a:ext>
            </a:extLst>
          </p:cNvPr>
          <p:cNvSpPr/>
          <p:nvPr/>
        </p:nvSpPr>
        <p:spPr>
          <a:xfrm>
            <a:off x="580082" y="4184102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Wind dispersal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0B5F6B-2909-3C54-FCED-3B8D548466F2}"/>
              </a:ext>
            </a:extLst>
          </p:cNvPr>
          <p:cNvSpPr/>
          <p:nvPr/>
        </p:nvSpPr>
        <p:spPr>
          <a:xfrm>
            <a:off x="580082" y="4903430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Ant dispersal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8E4A37-DD73-D13C-E9FE-4EB1B95D8A30}"/>
              </a:ext>
            </a:extLst>
          </p:cNvPr>
          <p:cNvSpPr/>
          <p:nvPr/>
        </p:nvSpPr>
        <p:spPr>
          <a:xfrm>
            <a:off x="2500322" y="5622758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Entry into seed bank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F7FF86-8744-4567-0C07-4E56EBBD2CF3}"/>
              </a:ext>
            </a:extLst>
          </p:cNvPr>
          <p:cNvSpPr/>
          <p:nvPr/>
        </p:nvSpPr>
        <p:spPr>
          <a:xfrm>
            <a:off x="580082" y="2745446"/>
            <a:ext cx="1681534" cy="52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Flower head height</a:t>
            </a:r>
          </a:p>
        </p:txBody>
      </p:sp>
    </p:spTree>
    <p:extLst>
      <p:ext uri="{BB962C8B-B14F-4D97-AF65-F5344CB8AC3E}">
        <p14:creationId xmlns:p14="http://schemas.microsoft.com/office/powerpoint/2010/main" val="8930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41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Drees, Trevor</dc:creator>
  <cp:lastModifiedBy>Drees, Trevor</cp:lastModifiedBy>
  <cp:revision>1</cp:revision>
  <dcterms:created xsi:type="dcterms:W3CDTF">2024-01-14T16:52:06Z</dcterms:created>
  <dcterms:modified xsi:type="dcterms:W3CDTF">2024-01-14T17:40:08Z</dcterms:modified>
</cp:coreProperties>
</file>